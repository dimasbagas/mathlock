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Mulai dari cerita pribadi: kecanduan scrolling, lupa waktu, menemukan istilah brainrot, lalu ide 'kalau disuruh mikir dulu, saya malas buka aplikasi'. 60 detik.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Jawab kekhawatiran dosen #1: 'aplikasi serupa pasti ada' -&gt; ADA, sudah saya telusuri sampai jurnal, tapi semuanya berhenti di pintu masuk.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Peragakan dengan tangan: masuk -&gt; scroll -&gt; TLOK terkunci -&gt; mikir dulu -&gt; lolos -&gt; 30 menit lagi -&gt; terkunci lagi. Kombinasi 4 mekanisme ini tidak ditemukan di aplikasi manapun sejauh penelusuran literatur.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Alur: masalah -&gt; 3 teori fondasi (dual-process, JITAI, response friction) -&gt; intervensi LockMath -&gt; pengukuran objektif -&gt; dampak.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 jawaban kekhawatiran dosen #2 ('harus berdampak'): dampak tidak diklaim, tapi DIUKUR dengan instrumen tervalidasi dan kelompok kontrol.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Kalimat kunci: 'bukan sekadar aplikasi, tapi eksperimen alamiah yang menghasilkan metrik baru untuk mengukur hilangnya kebiasaan'.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Tutup dengan demo HP. Kebanyakan mahasiswa hanya bawa konsep - kamu bawa barang jadi.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Siap cheat sheet 7 pertanyaan dosen: beda one sec, kenapa matematika, takut uninstall, kecukupan sampel, kontribusi ilmiah, istilah brainrot, etika.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LockMath: Aplikasi Anti-Brainrot Berbasis Friksi Kognitif dengan Mekanisme Re-Lock Intra-Sesi untuk Menekan Problematic Smartphone Use pada Mahasiswa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Presentasi Rencana Tugas Akhir</a:t>
            </a:r>
          </a:p>
          <a:p>
            <a:r>
              <a:t>Dimas Bagas Firmansyah — Teknik Informatika</a:t>
            </a:r>
          </a:p>
          <a:p>
            <a:r>
              <a:t>Universitas Islam Madura</a:t>
            </a:r>
          </a:p>
          <a:p/>
          <a:p>
            <a:r>
              <a:t>Disampaikan kepada: Bapak Hozairi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Masalah Nyata &amp; Celah Solusi yang 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Kecanduan scrolling short-video ("brainrot") → lupa waktu, dampaknya saya rasakan sendiri</a:t>
            </a:r>
          </a:p>
          <a:p>
            <a:pPr/>
            <a:r>
              <a:rPr/>
              <a:t>Telah ditelusuri pada literatur ilmiah (Crossref/OpenAlex, 2018–2026):</a:t>
            </a:r>
          </a:p>
          <a:p>
            <a:pPr lvl="1"/>
            <a:r>
              <a:rPr/>
              <a:t>one sec (PNAS 2023): friksi napas — HANYA saat membuka app</a:t>
            </a:r>
          </a:p>
          <a:p>
            <a:pPr lvl="1"/>
            <a:r>
              <a:rPr/>
              <a:t>Forest: timer sukarela — bisa dicabut kapan saja</a:t>
            </a:r>
          </a:p>
          <a:p>
            <a:pPr lvl="1"/>
            <a:r>
              <a:rPr/>
              <a:t>AppBlock / Freedom: blokir terjadwal — tanpa tantangan kognitif</a:t>
            </a:r>
          </a:p>
          <a:p>
            <a:pPr lvl="1"/>
            <a:r>
              <a:rPr/>
              <a:t>Screen Time / Digital Wellbeing: limit harian — peringatan mudah diabaikan</a:t>
            </a:r>
          </a:p>
          <a:p>
            <a:pPr/>
            <a:r>
              <a:rPr b="1">
                <a:solidFill>
                  <a:srgbClr val="B45309"/>
                </a:solidFill>
              </a:rPr>
              <a:t>GAP PENELITIAN: belum ada aplikasi yang mengunci ULANG di TENGAH sesi scrolling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Kebaruan (Novelty): Progressive Intra-Session Cognitive Friction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M1 — Cognitive Gate: buka aplikasi WAJIB jawab soal aritmatika</a:t>
            </a:r>
          </a:p>
          <a:p>
            <a:pPr/>
            <a:r>
              <a:rPr b="1">
                <a:solidFill>
                  <a:srgbClr val="B45309"/>
                </a:solidFill>
              </a:rPr>
              <a:t>M2 — RE-LOCK INTRA-SESI: setelah 30 menit scroll → aplikasi TERKUNCI LAGI di tengah sesi</a:t>
            </a:r>
          </a:p>
          <a:p>
            <a:pPr/>
            <a:r>
              <a:rPr/>
              <a:t>M3 — Dosis progresif: interval antar-kunci meningkat bertahap</a:t>
            </a:r>
          </a:p>
          <a:p>
            <a:pPr/>
            <a:r>
              <a:rPr/>
              <a:t>M4 — Konsekuensi: GAGAL menjawab → keluar paksa dari aplikasi</a:t>
            </a:r>
          </a:p>
          <a:p>
            <a:pPr/>
            <a:r>
              <a:rPr/>
              <a:t>Alasan matematika: soal aritmatika memaksa otak pindah dari mode refleks (System 1) ke mode berpikir (System 2) — dasar: Johannes et al.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Kerangka Penelitian</a:t>
            </a:r>
          </a:p>
        </p:txBody>
      </p:sp>
      <p:pic>
        <p:nvPicPr>
          <p:cNvPr id="3" name="Picture 2" descr="kerangka-penelitian-lockm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234440"/>
            <a:ext cx="5577840" cy="49560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Metode — Cara Mengukur Dampak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Quasi-experiment 4 minggu, 2 kelompok (n ≈ 34): LockMath vs Screen Time bawaan</a:t>
            </a:r>
          </a:p>
          <a:p>
            <a:pPr/>
            <a:r>
              <a:rPr/>
              <a:t>Data OBJEKTIF dari log device (UsageStats): durasi sesi &amp; screen time harian</a:t>
            </a:r>
          </a:p>
          <a:p>
            <a:pPr/>
            <a:r>
              <a:rPr/>
              <a:t>Kuesioner tervalidasi (pre-post):</a:t>
            </a:r>
          </a:p>
          <a:p>
            <a:pPr lvl="1"/>
            <a:r>
              <a:rPr/>
              <a:t>BSMAS / Smartphone Addiction Scale (Vally &amp; Alowais, 2020)</a:t>
            </a:r>
          </a:p>
          <a:p>
            <a:pPr lvl="1"/>
            <a:r>
              <a:rPr/>
              <a:t>Doomscrolling Scale (Yang et al., 2024, BMC Psychiatry)</a:t>
            </a:r>
          </a:p>
          <a:p>
            <a:pPr lvl="1"/>
            <a:r>
              <a:rPr/>
              <a:t>MARS + SUS untuk kualitas &amp; usability aplikasi (Stoyanov et al., 2015)</a:t>
            </a:r>
          </a:p>
          <a:p>
            <a:pPr/>
            <a:r>
              <a:rPr/>
              <a:t>Analisis: paired/independent t-test atau Wilcoxon + effect size Cohen's d</a:t>
            </a:r>
          </a:p>
          <a:p>
            <a:pPr/>
            <a:r>
              <a:rPr/>
              <a:t>Etika: informed consent, hak keluar kapan saja, data anonim, ethical clearance prodi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Metrik Unggulan: Kurva Retry (Habit Extinction)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Apa yang diukur: berapa kali pengguna GAGAL soal → keluar paksa → mencoba lagi?</a:t>
            </a:r>
          </a:p>
          <a:p>
            <a:pPr/>
            <a:r>
              <a:rPr/>
              <a:t>Hipotesis: retry menurun selama 4 minggu = kebiasaan terhapus (habit extinction)</a:t>
            </a:r>
          </a:p>
          <a:p>
            <a:pPr/>
            <a:r>
              <a:rPr/>
              <a:t>Sejauh penelusuran literatur: BELUM ada paper digital wellbeing yang punya metrik ini</a:t>
            </a:r>
          </a:p>
          <a:p>
            <a:pPr/>
            <a:r>
              <a:rPr/>
              <a:t>Pengayaan: studi 2026 tentang gradual delay — eskalasi pelan terbukti dapat ditoleransi pengguna (tidak uninstall massal)</a:t>
            </a:r>
          </a:p>
          <a:p>
            <a:pPr/>
            <a:r>
              <a:rPr/>
              <a:t>Target luaran: publikasi internasional (JMIR mHealth / ACM CHI Late-Breaking)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Status &amp; Rencana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>
                <a:solidFill>
                  <a:srgbClr val="1E40AF"/>
                </a:solidFill>
              </a:rPr>
              <a:t>APLIKASI SUDAH JADI &amp; BERJALAN (Flutter + Supabase + Google Sign-In)</a:t>
            </a:r>
          </a:p>
          <a:p>
            <a:pPr/>
            <a:r>
              <a:rPr/>
              <a:t>Demo live 15 detik: terkunci → jawab soal → lolos → timer 30 menit jalan</a:t>
            </a:r>
          </a:p>
          <a:p>
            <a:pPr/>
            <a:r>
              <a:rPr/>
              <a:t>Rencana: pilot test kecil → eksperimen 4 minggu → skripsi BAB 1–5</a:t>
            </a:r>
          </a:p>
          <a:p>
            <a:pPr/>
            <a:r>
              <a:rPr/>
              <a:t>13 referensi jurnal ber-DOI telah disiapkan (APA 7)</a:t>
            </a:r>
          </a:p>
          <a:p>
            <a:pPr/>
            <a:r>
              <a:rPr/>
              <a:t>Mohon arahan Bapak untuk melangkah ke BAB 1 &amp; pengurusan etik penelitian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Terima Kasih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Dimas Bagas Firmansyah — Teknik Informatika — Universitas Islam Madura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